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78" d="100"/>
          <a:sy n="78" d="100"/>
        </p:scale>
        <p:origin x="240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7491-CD5C-66E6-8D8F-41618156D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45F40-E4E2-805A-91C0-8E8E4534C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273B4-5FA3-A764-1902-344D840F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421A0-9AC0-AD47-CBD2-C9A22741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B71E6-1D81-4033-077D-05148405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6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D54A-F5DB-49A2-9104-A43A70D44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CA0E7-F4C3-9BFA-F5E1-D9C05C6D7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27650-4254-DF2C-A1BA-FB6FD3F9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51473-C578-CB85-BFC9-E94676E0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816BB-D73B-C97C-C072-DDA8AFA4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13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791F-C52E-4116-F250-3D7449AD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28685-A876-A59D-04BA-E4C0A00A3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6D8BF-306D-7963-7BB0-E18ECBE3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BD824-D207-3175-2F06-57FAEE13D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88645-E782-4E2F-E009-29BE849D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4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60D3-9248-DC1E-F207-205E0674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AA45-E1CD-333B-C7DA-19415CFEA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C038A-36E4-7CBD-0E6D-A54F11277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1F5D9-3599-FE43-5CEA-69B35AC5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3DFAF-7C59-FDF3-EDCF-A087FF2C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86681-BFB5-305E-E3C3-E9E02B31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7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BCBF-7996-878C-5ACF-2832B6A8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9AB2B-CD48-9509-B625-B4F831B2F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B148A-68F7-2A81-995F-DFE295BB5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5A63-D1FA-C2E5-229D-679240AE1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191FA-CFEA-AD37-BAC8-C0DAE504C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A4A7A-AA0A-526B-4A0C-9646318D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CA5C55-D45B-E630-2D6A-589FECF7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0146E-AC40-11DF-5B52-659C908A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7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2E06-75D0-7C6D-F876-6675DED1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6CA71-AC7B-2871-0A08-96DCF1D3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DA5F0-7FC1-8170-8514-F5FF05A3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87663-8B67-760D-FB22-EF11477D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A93CD-32DC-A052-552A-E8B7BC279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6950-585E-4CCA-8122-E5D4F97A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792-1E89-FEFC-6D36-1612DDBD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5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CADC2-CB57-371E-4036-DD94E0A9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5BC5-42AD-CC4A-0CE4-84D576179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849FB-1E73-F98F-72EF-6DC75413D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11F26-416D-7FD1-00E0-491A28B2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E4D0E-BADF-7A18-80F9-993F9903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82BCD-663F-03A5-BBFC-E3030E8C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4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1609-77E1-7F36-5E01-5CF92B04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FCB22-D4CD-3F06-458E-AB433B902C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DEE12-809B-405A-8BCC-CE1C4153C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F8A3B-6D1D-E15B-74DA-83852EBB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CB2AB-7253-2A71-EBAF-86E1F57D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53DF7-24E2-C4E1-FFE1-B7BE82F0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255C-CD6C-903D-4837-1655EC1B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5D810-5A86-A0FE-2961-B600FE596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BBD2-B8B5-CF52-B611-01853061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79F21-75C3-76CC-E593-3069D5AD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4A4F1-5EE1-54D7-658A-12BD18FC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6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89279-D7C3-0CC8-DB7F-4D1D5F137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E634F-7F0B-E793-4E21-A7E37B5E0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1B973-5480-F41D-E929-CA02C2EA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7F0F1-18FE-9B14-5163-9DFF1F6C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33E45-5426-1916-5D95-E1FCB29E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19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F7531-1D52-C19F-D1B1-60C4EE27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AC7B6-6791-78D8-C56E-260C5884D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08FC2-144C-39FD-B742-0F0527B4C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B506C-3C2E-8F48-8CCE-33A09C7B7A64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1AEC5-A7D2-D039-976F-427C491CB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26002-D306-559C-E356-FC29BB4D3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1CAAB-55F8-0F46-96E3-F88760E5D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4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3D95-BB72-1B8A-7328-3352511486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536BE-6A6D-4EDF-E05C-EF0862E5DA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4DB88C-3C06-1B5F-E305-DADB863B5C23}"/>
              </a:ext>
            </a:extLst>
          </p:cNvPr>
          <p:cNvCxnSpPr/>
          <p:nvPr/>
        </p:nvCxnSpPr>
        <p:spPr>
          <a:xfrm>
            <a:off x="2261286" y="3015049"/>
            <a:ext cx="78465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BD6AB6-8CF4-9D8C-8655-A78CC7CF8F06}"/>
              </a:ext>
            </a:extLst>
          </p:cNvPr>
          <p:cNvCxnSpPr/>
          <p:nvPr/>
        </p:nvCxnSpPr>
        <p:spPr>
          <a:xfrm>
            <a:off x="5801710" y="1072055"/>
            <a:ext cx="0" cy="39939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051B7FE-63BD-4341-E602-EA0744F81C26}"/>
              </a:ext>
            </a:extLst>
          </p:cNvPr>
          <p:cNvSpPr/>
          <p:nvPr/>
        </p:nvSpPr>
        <p:spPr>
          <a:xfrm>
            <a:off x="3510455" y="2357442"/>
            <a:ext cx="4582510" cy="1315213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79A2F6-1D3F-7B75-C5B4-835FB0605EBF}"/>
              </a:ext>
            </a:extLst>
          </p:cNvPr>
          <p:cNvSpPr/>
          <p:nvPr/>
        </p:nvSpPr>
        <p:spPr>
          <a:xfrm>
            <a:off x="7641019" y="2615657"/>
            <a:ext cx="798784" cy="798784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1D34E1-385A-7429-82C1-97DB05833819}"/>
              </a:ext>
            </a:extLst>
          </p:cNvPr>
          <p:cNvSpPr/>
          <p:nvPr/>
        </p:nvSpPr>
        <p:spPr>
          <a:xfrm>
            <a:off x="5111008" y="1350650"/>
            <a:ext cx="3328795" cy="3328795"/>
          </a:xfrm>
          <a:prstGeom prst="ellipse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BF972A-524E-48C7-0AA7-56B153F02182}"/>
              </a:ext>
            </a:extLst>
          </p:cNvPr>
          <p:cNvCxnSpPr>
            <a:stCxn id="7" idx="2"/>
          </p:cNvCxnSpPr>
          <p:nvPr/>
        </p:nvCxnSpPr>
        <p:spPr>
          <a:xfrm>
            <a:off x="7641019" y="3015049"/>
            <a:ext cx="0" cy="3186054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8B8B74-8C43-0DC4-AA1E-91D14971C049}"/>
              </a:ext>
            </a:extLst>
          </p:cNvPr>
          <p:cNvCxnSpPr/>
          <p:nvPr/>
        </p:nvCxnSpPr>
        <p:spPr>
          <a:xfrm>
            <a:off x="5111008" y="0"/>
            <a:ext cx="0" cy="3186054"/>
          </a:xfrm>
          <a:prstGeom prst="line">
            <a:avLst/>
          </a:prstGeom>
          <a:ln w="38100">
            <a:solidFill>
              <a:schemeClr val="accent5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9DEA81-F48F-1DF4-2DD8-038FB9A26B52}"/>
              </a:ext>
            </a:extLst>
          </p:cNvPr>
          <p:cNvCxnSpPr/>
          <p:nvPr/>
        </p:nvCxnSpPr>
        <p:spPr>
          <a:xfrm>
            <a:off x="8092965" y="3015047"/>
            <a:ext cx="0" cy="3186054"/>
          </a:xfrm>
          <a:prstGeom prst="line">
            <a:avLst/>
          </a:prstGeom>
          <a:ln w="38100">
            <a:solidFill>
              <a:srgbClr val="0070C0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C6F1CB-1C9C-92B2-4E50-3E9EF89E20BC}"/>
              </a:ext>
            </a:extLst>
          </p:cNvPr>
          <p:cNvCxnSpPr>
            <a:cxnSpLocks/>
          </p:cNvCxnSpPr>
          <p:nvPr/>
        </p:nvCxnSpPr>
        <p:spPr>
          <a:xfrm>
            <a:off x="8460823" y="0"/>
            <a:ext cx="0" cy="6201101"/>
          </a:xfrm>
          <a:prstGeom prst="line">
            <a:avLst/>
          </a:prstGeom>
          <a:ln w="38100">
            <a:solidFill>
              <a:schemeClr val="accent5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30998F-9928-EAF8-6F71-8ED586F07371}"/>
              </a:ext>
            </a:extLst>
          </p:cNvPr>
          <p:cNvCxnSpPr/>
          <p:nvPr/>
        </p:nvCxnSpPr>
        <p:spPr>
          <a:xfrm>
            <a:off x="5801710" y="4939862"/>
            <a:ext cx="22912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A7DFFF7-E7FD-7B0C-CDEF-BDEBF9516E83}"/>
              </a:ext>
            </a:extLst>
          </p:cNvPr>
          <p:cNvSpPr txBox="1"/>
          <p:nvPr/>
        </p:nvSpPr>
        <p:spPr>
          <a:xfrm>
            <a:off x="6873764" y="486629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0557A7-A64E-35C2-B126-A67A3D1B6C6B}"/>
              </a:ext>
            </a:extLst>
          </p:cNvPr>
          <p:cNvCxnSpPr>
            <a:cxnSpLocks/>
          </p:cNvCxnSpPr>
          <p:nvPr/>
        </p:nvCxnSpPr>
        <p:spPr>
          <a:xfrm>
            <a:off x="8092965" y="5044963"/>
            <a:ext cx="367858" cy="59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8863923-2E73-1B54-4483-98CB6CAB7AD9}"/>
              </a:ext>
            </a:extLst>
          </p:cNvPr>
          <p:cNvSpPr txBox="1"/>
          <p:nvPr/>
        </p:nvSpPr>
        <p:spPr>
          <a:xfrm>
            <a:off x="8014642" y="5074729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R_hip</a:t>
            </a:r>
            <a:endParaRPr lang="en-US" sz="105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872DB1-69E8-8C24-954B-8B249B95724F}"/>
              </a:ext>
            </a:extLst>
          </p:cNvPr>
          <p:cNvCxnSpPr>
            <a:cxnSpLocks/>
          </p:cNvCxnSpPr>
          <p:nvPr/>
        </p:nvCxnSpPr>
        <p:spPr>
          <a:xfrm>
            <a:off x="6816516" y="-15507"/>
            <a:ext cx="0" cy="6201101"/>
          </a:xfrm>
          <a:prstGeom prst="line">
            <a:avLst/>
          </a:prstGeom>
          <a:ln w="38100">
            <a:solidFill>
              <a:schemeClr val="accent5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AA3255-9285-4835-7CDC-0E88EFE91E10}"/>
              </a:ext>
            </a:extLst>
          </p:cNvPr>
          <p:cNvCxnSpPr>
            <a:cxnSpLocks/>
          </p:cNvCxnSpPr>
          <p:nvPr/>
        </p:nvCxnSpPr>
        <p:spPr>
          <a:xfrm>
            <a:off x="6851484" y="846833"/>
            <a:ext cx="15883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11482C5-FECE-24B5-3026-B170E939CEAA}"/>
              </a:ext>
            </a:extLst>
          </p:cNvPr>
          <p:cNvSpPr txBox="1"/>
          <p:nvPr/>
        </p:nvSpPr>
        <p:spPr>
          <a:xfrm>
            <a:off x="7380525" y="499473"/>
            <a:ext cx="10497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R_hoop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85170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4800</TotalTime>
  <Words>7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Theresa Honein</dc:creator>
  <cp:lastModifiedBy>Theresa Honein</cp:lastModifiedBy>
  <cp:revision>1</cp:revision>
  <dcterms:created xsi:type="dcterms:W3CDTF">2025-05-30T18:24:56Z</dcterms:created>
  <dcterms:modified xsi:type="dcterms:W3CDTF">2025-06-03T02:25:04Z</dcterms:modified>
</cp:coreProperties>
</file>